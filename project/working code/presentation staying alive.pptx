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309" r:id="rId5"/>
    <p:sldId id="1563" r:id="rId6"/>
    <p:sldId id="1656" r:id="rId7"/>
    <p:sldId id="1666" r:id="rId8"/>
    <p:sldId id="1667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99"/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D4CC9-EFB1-4448-9EC0-DC13AD007712}" v="11" dt="2026-03-15T14:57:46.319"/>
  </p1510:revLst>
</p1510:revInfo>
</file>

<file path=ppt/tableStyles.xml><?xml version="1.0" encoding="utf-8"?>
<a:tblStyleLst xmlns:a="http://schemas.openxmlformats.org/drawingml/2006/main" def="{F5AB1C69-6EDB-4FF4-983F-18BD219EF322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5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318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anchor="t">
            <a:normAutofit/>
          </a:bodyPr>
          <a:lstStyle>
            <a:lvl1pPr algn="l">
              <a:defRPr sz="9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91071A-A69E-4756-A27D-7C7C5F9F32BB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1C923-C708-4EAA-A92A-FF81A8F7DA0D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74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anchor="t">
            <a:normAutofit/>
          </a:bodyPr>
          <a:lstStyle>
            <a:lvl1pPr algn="l">
              <a:defRPr sz="12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1AAA3-5155-4231-8EEA-4F6426D8887B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87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94E042F-6826-4E41-A6B0-8BF606E4151E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E408205-B154-4943-AEBC-86E16421E5DB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D144122-2A67-493C-895E-2682608B0F6A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7" y="342900"/>
            <a:ext cx="5334000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98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86A74E5-A9C0-4E5C-851E-13F6D920EA1A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4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88DBF3-F598-4A31-8E9B-511F7F0D5E47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88DBF3-F598-4A31-8E9B-511F7F0D5E47}" type="datetime1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BA22E09C-1954-DBFC-E669-2449D22D2D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312551 w 6714969"/>
              <a:gd name="connsiteY0" fmla="*/ 0 h 6163508"/>
              <a:gd name="connsiteX1" fmla="*/ 6402418 w 6714969"/>
              <a:gd name="connsiteY1" fmla="*/ 0 h 6163508"/>
              <a:gd name="connsiteX2" fmla="*/ 6714969 w 6714969"/>
              <a:gd name="connsiteY2" fmla="*/ 312551 h 6163508"/>
              <a:gd name="connsiteX3" fmla="*/ 6714969 w 6714969"/>
              <a:gd name="connsiteY3" fmla="*/ 5850957 h 6163508"/>
              <a:gd name="connsiteX4" fmla="*/ 6402418 w 6714969"/>
              <a:gd name="connsiteY4" fmla="*/ 6163508 h 6163508"/>
              <a:gd name="connsiteX5" fmla="*/ 312551 w 6714969"/>
              <a:gd name="connsiteY5" fmla="*/ 6163508 h 6163508"/>
              <a:gd name="connsiteX6" fmla="*/ 0 w 6714969"/>
              <a:gd name="connsiteY6" fmla="*/ 5850957 h 6163508"/>
              <a:gd name="connsiteX7" fmla="*/ 0 w 6714969"/>
              <a:gd name="connsiteY7" fmla="*/ 312551 h 6163508"/>
              <a:gd name="connsiteX8" fmla="*/ 312551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312551" y="0"/>
                </a:moveTo>
                <a:lnTo>
                  <a:pt x="6402418" y="0"/>
                </a:lnTo>
                <a:cubicBezTo>
                  <a:pt x="6575035" y="0"/>
                  <a:pt x="6714969" y="139934"/>
                  <a:pt x="6714969" y="312551"/>
                </a:cubicBezTo>
                <a:lnTo>
                  <a:pt x="6714969" y="5850957"/>
                </a:lnTo>
                <a:cubicBezTo>
                  <a:pt x="6714969" y="6023574"/>
                  <a:pt x="6575035" y="6163508"/>
                  <a:pt x="6402418" y="6163508"/>
                </a:cubicBezTo>
                <a:lnTo>
                  <a:pt x="312551" y="6163508"/>
                </a:lnTo>
                <a:cubicBezTo>
                  <a:pt x="139934" y="6163508"/>
                  <a:pt x="0" y="6023574"/>
                  <a:pt x="0" y="5850957"/>
                </a:cubicBezTo>
                <a:lnTo>
                  <a:pt x="0" y="312551"/>
                </a:lnTo>
                <a:cubicBezTo>
                  <a:pt x="0" y="139934"/>
                  <a:pt x="139934" y="0"/>
                  <a:pt x="31255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06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D5A0-3316-4C32-929A-0D0DB97D10BB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ADD7-305F-4EB9-8736-D791FAF7A4D4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380744"/>
            <a:ext cx="11328844" cy="4901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9238A-C249-43B5-82BC-D29F8CAE992A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6182-1DDF-4ACE-B05D-D855179AB21D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79F24-F3CA-4AD0-8BF8-AB0BBB30EE08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2EAA-E00A-40E8-8E99-2669E0367007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5030-C135-4A24-944D-06B773D2F2E6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6FB-0D10-49C4-88DE-98215C666BA1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242880F-92D7-4796-B72D-6CF83054BAF5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3749-65BA-43BD-B2BF-FF5A4C96AE14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61C12A-E1D5-4BE9-85D9-F221F70F4931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DBE6-5750-4902-BDAA-20F546DD8AD7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1C4331-C33F-4DC1-AB74-C520A718CE2B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4764-83A9-4A81-9507-BED109D81520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2C6C9-D30C-4946-92A4-454A5FC69685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79CC6-BB04-42D6-AB0C-BAA184663D94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3D66E4-8050-49E4-B8D2-06214BFB7C0A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AEA2F-0823-4BD6-88F7-6D0D98F52C93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092A99-204A-46CE-8F70-09D6B2D34877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9EA3-15DE-451B-A24B-ACC8EA0B6D09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43DB-FCC0-4D52-80F2-173D55390D61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57C7506-9AD1-49AD-BE44-C83E35401EAD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F2A-D949-4DFB-9912-9D6234B797F2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4C-FF61-4FB6-A5E4-597CB7D69CB6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05C6-AA77-4A66-BB27-EE68DDD0D193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5DF3-EEC7-45DF-A943-3E12702079E5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5" y="4989044"/>
            <a:ext cx="11201399" cy="122529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ctr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ctr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ctr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ctr"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570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EAFF-A363-4554-A2A5-F61FABD0CE04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6" y="4989044"/>
            <a:ext cx="11201400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603504"/>
            <a:ext cx="11201400" cy="4206240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7950-0717-4110-9557-F08D8A545BF8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4809744"/>
            <a:ext cx="5897880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l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l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l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3A70-5484-4418-A739-7B973E09E7E8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76088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4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A9563B-AAD5-FEB6-A529-82D8BF95E524}"/>
              </a:ext>
            </a:extLst>
          </p:cNvPr>
          <p:cNvSpPr/>
          <p:nvPr userDrawn="1"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960C-742D-4508-821A-E36FD033CDBF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0D0A5-9A76-413F-B8E0-5A45841D7E46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0AF003-CBE1-47D7-BB91-14D8E3A57039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EC48-96C8-40C8-BC32-68BFC261013A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9F91-8FDB-4AB3-84FB-6B8E68AF702B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D436-D43A-4662-BADB-33E2F793B997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576B-5432-44C5-AE72-B8C78722FE99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342901"/>
            <a:ext cx="6785782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6CE1-0051-42BD-BBD3-CB4EC65FC51D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4B75-5BA7-423E-A6AE-B3781CB72AA9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1F7B-2472-4057-932A-A13696216B5F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8A7B9ABC-2BDA-432C-8D53-84813DB6E36F}" type="datetime1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15" r:id="rId2"/>
    <p:sldLayoutId id="2147483676" r:id="rId3"/>
    <p:sldLayoutId id="2147483712" r:id="rId4"/>
    <p:sldLayoutId id="2147483698" r:id="rId5"/>
    <p:sldLayoutId id="2147483734" r:id="rId6"/>
    <p:sldLayoutId id="2147483736" r:id="rId7"/>
    <p:sldLayoutId id="2147483729" r:id="rId8"/>
    <p:sldLayoutId id="2147483783" r:id="rId9"/>
    <p:sldLayoutId id="2147483716" r:id="rId10"/>
    <p:sldLayoutId id="2147483782" r:id="rId11"/>
    <p:sldLayoutId id="2147483713" r:id="rId12"/>
    <p:sldLayoutId id="2147483732" r:id="rId13"/>
    <p:sldLayoutId id="2147483662" r:id="rId14"/>
    <p:sldLayoutId id="2147483679" r:id="rId15"/>
    <p:sldLayoutId id="2147483680" r:id="rId16"/>
    <p:sldLayoutId id="2147483681" r:id="rId17"/>
    <p:sldLayoutId id="2147483778" r:id="rId18"/>
    <p:sldLayoutId id="2147483777" r:id="rId19"/>
    <p:sldLayoutId id="2147483689" r:id="rId20"/>
    <p:sldLayoutId id="2147483690" r:id="rId21"/>
    <p:sldLayoutId id="2147483707" r:id="rId22"/>
    <p:sldLayoutId id="2147483708" r:id="rId23"/>
    <p:sldLayoutId id="2147483692" r:id="rId24"/>
    <p:sldLayoutId id="2147483691" r:id="rId25"/>
    <p:sldLayoutId id="2147483743" r:id="rId26"/>
    <p:sldLayoutId id="2147483744" r:id="rId27"/>
    <p:sldLayoutId id="2147483694" r:id="rId28"/>
    <p:sldLayoutId id="2147483770" r:id="rId29"/>
    <p:sldLayoutId id="2147483769" r:id="rId30"/>
    <p:sldLayoutId id="2147483771" r:id="rId31"/>
    <p:sldLayoutId id="2147483693" r:id="rId32"/>
    <p:sldLayoutId id="2147483711" r:id="rId33"/>
    <p:sldLayoutId id="2147483672" r:id="rId34"/>
    <p:sldLayoutId id="2147483673" r:id="rId35"/>
    <p:sldLayoutId id="2147483696" r:id="rId36"/>
    <p:sldLayoutId id="2147483780" r:id="rId37"/>
    <p:sldLayoutId id="2147483740" r:id="rId38"/>
    <p:sldLayoutId id="2147483779" r:id="rId39"/>
    <p:sldLayoutId id="2147483757" r:id="rId40"/>
    <p:sldLayoutId id="2147483762" r:id="rId41"/>
    <p:sldLayoutId id="2147483764" r:id="rId42"/>
    <p:sldLayoutId id="2147483767" r:id="rId43"/>
    <p:sldLayoutId id="2147483664" r:id="rId44"/>
    <p:sldLayoutId id="2147483665" r:id="rId45"/>
    <p:sldLayoutId id="2147483666" r:id="rId46"/>
    <p:sldLayoutId id="2147483667" r:id="rId47"/>
    <p:sldLayoutId id="2147483668" r:id="rId48"/>
    <p:sldLayoutId id="2147483669" r:id="rId49"/>
    <p:sldLayoutId id="2147483685" r:id="rId50"/>
    <p:sldLayoutId id="2147483730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ACAB-959D-812F-8963-C96537ED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E92D4A-2B01-7C79-765D-37A3B9226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en-US" dirty="0"/>
              <a:t>STAYING ALIVE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14E2E02-FD44-8495-42A7-69BFA6085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8399731-5F97-E9F2-6BCE-D012F2544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901" y="343038"/>
            <a:ext cx="11506200" cy="4792766"/>
          </a:xfrm>
        </p:spPr>
      </p:pic>
    </p:spTree>
    <p:extLst>
      <p:ext uri="{BB962C8B-B14F-4D97-AF65-F5344CB8AC3E}">
        <p14:creationId xmlns:p14="http://schemas.microsoft.com/office/powerpoint/2010/main" val="164083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99EF-994E-2448-D260-6957DB07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EC32-F483-9CB8-A03D-3BDD4529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457200"/>
            <a:ext cx="11521440" cy="1060704"/>
          </a:xfrm>
        </p:spPr>
        <p:txBody>
          <a:bodyPr/>
          <a:lstStyle/>
          <a:p>
            <a:pPr algn="ctr"/>
            <a:r>
              <a:rPr lang="en-US" dirty="0"/>
              <a:t>Physical Challenge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42E8876F-0BB2-9CB3-D496-F563EC66E1B6}"/>
              </a:ext>
            </a:extLst>
          </p:cNvPr>
          <p:cNvSpPr/>
          <p:nvPr/>
        </p:nvSpPr>
        <p:spPr>
          <a:xfrm>
            <a:off x="1406652" y="1882124"/>
            <a:ext cx="2350008" cy="106070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4A3BB-0951-07BC-9F5C-E10FC3BA196A}"/>
              </a:ext>
            </a:extLst>
          </p:cNvPr>
          <p:cNvSpPr txBox="1"/>
          <p:nvPr/>
        </p:nvSpPr>
        <p:spPr>
          <a:xfrm>
            <a:off x="1670304" y="2227810"/>
            <a:ext cx="250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Lack of exercise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0A4BF1C9-8B11-5CB5-65F0-6EC9548E7D92}"/>
              </a:ext>
            </a:extLst>
          </p:cNvPr>
          <p:cNvSpPr/>
          <p:nvPr/>
        </p:nvSpPr>
        <p:spPr>
          <a:xfrm>
            <a:off x="4736592" y="1908818"/>
            <a:ext cx="2057400" cy="106070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26C8F-6B64-E353-0B85-437C5ABC49E0}"/>
              </a:ext>
            </a:extLst>
          </p:cNvPr>
          <p:cNvSpPr txBox="1"/>
          <p:nvPr/>
        </p:nvSpPr>
        <p:spPr>
          <a:xfrm>
            <a:off x="5126736" y="2188464"/>
            <a:ext cx="250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Bad diet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6FBB144D-595C-6564-EA9F-371C253DD7BF}"/>
              </a:ext>
            </a:extLst>
          </p:cNvPr>
          <p:cNvSpPr/>
          <p:nvPr/>
        </p:nvSpPr>
        <p:spPr>
          <a:xfrm>
            <a:off x="7903464" y="1915684"/>
            <a:ext cx="2057400" cy="107188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619A5D-2D27-D8F2-5BE6-3BBECA3AC871}"/>
              </a:ext>
            </a:extLst>
          </p:cNvPr>
          <p:cNvSpPr txBox="1"/>
          <p:nvPr/>
        </p:nvSpPr>
        <p:spPr>
          <a:xfrm>
            <a:off x="8016240" y="2206506"/>
            <a:ext cx="2505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Too much sitting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DC7AC5DF-B63F-E50E-AB55-09A16C7A1DE5}"/>
              </a:ext>
            </a:extLst>
          </p:cNvPr>
          <p:cNvSpPr/>
          <p:nvPr/>
        </p:nvSpPr>
        <p:spPr>
          <a:xfrm>
            <a:off x="4408932" y="3630414"/>
            <a:ext cx="2703576" cy="107188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A17D9-E503-819A-E709-C6E9E87F11D0}"/>
              </a:ext>
            </a:extLst>
          </p:cNvPr>
          <p:cNvSpPr txBox="1"/>
          <p:nvPr/>
        </p:nvSpPr>
        <p:spPr>
          <a:xfrm>
            <a:off x="4720012" y="3981688"/>
            <a:ext cx="229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Unhealthy life style</a:t>
            </a:r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9BA93285-ADC5-1EF0-DA50-2A9524A657A7}"/>
              </a:ext>
            </a:extLst>
          </p:cNvPr>
          <p:cNvSpPr/>
          <p:nvPr/>
        </p:nvSpPr>
        <p:spPr>
          <a:xfrm>
            <a:off x="4474707" y="5363186"/>
            <a:ext cx="2703576" cy="123444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3DD44-2885-D404-F5DE-8304F6DEBC78}"/>
              </a:ext>
            </a:extLst>
          </p:cNvPr>
          <p:cNvSpPr txBox="1"/>
          <p:nvPr/>
        </p:nvSpPr>
        <p:spPr>
          <a:xfrm>
            <a:off x="4772071" y="5688018"/>
            <a:ext cx="2293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RUNNING</a:t>
            </a:r>
          </a:p>
        </p:txBody>
      </p:sp>
      <p:sp>
        <p:nvSpPr>
          <p:cNvPr id="19" name="Plus Sign 18">
            <a:extLst>
              <a:ext uri="{FF2B5EF4-FFF2-40B4-BE49-F238E27FC236}">
                <a16:creationId xmlns:a16="http://schemas.microsoft.com/office/drawing/2014/main" id="{88817E83-1DF6-8B54-F8CC-90B01284D976}"/>
              </a:ext>
            </a:extLst>
          </p:cNvPr>
          <p:cNvSpPr/>
          <p:nvPr/>
        </p:nvSpPr>
        <p:spPr>
          <a:xfrm>
            <a:off x="4048230" y="2227810"/>
            <a:ext cx="414042" cy="369331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Plus Sign 19">
            <a:extLst>
              <a:ext uri="{FF2B5EF4-FFF2-40B4-BE49-F238E27FC236}">
                <a16:creationId xmlns:a16="http://schemas.microsoft.com/office/drawing/2014/main" id="{19089599-F782-C609-487F-1B41E04068DA}"/>
              </a:ext>
            </a:extLst>
          </p:cNvPr>
          <p:cNvSpPr/>
          <p:nvPr/>
        </p:nvSpPr>
        <p:spPr>
          <a:xfrm>
            <a:off x="7135611" y="2227810"/>
            <a:ext cx="414042" cy="369331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F39539E-157F-9E59-6C30-442A65F90BC9}"/>
              </a:ext>
            </a:extLst>
          </p:cNvPr>
          <p:cNvSpPr/>
          <p:nvPr/>
        </p:nvSpPr>
        <p:spPr>
          <a:xfrm rot="5400000">
            <a:off x="5635752" y="3108985"/>
            <a:ext cx="338328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B8B6B02-A029-3E86-51AC-AF0A72EA5770}"/>
              </a:ext>
            </a:extLst>
          </p:cNvPr>
          <p:cNvSpPr/>
          <p:nvPr/>
        </p:nvSpPr>
        <p:spPr>
          <a:xfrm rot="5400000">
            <a:off x="5635752" y="4856972"/>
            <a:ext cx="338328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50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E96A91-1631-1D6C-FF50-C75B65DE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11" y="249584"/>
            <a:ext cx="10552176" cy="1143000"/>
          </a:xfrm>
        </p:spPr>
        <p:txBody>
          <a:bodyPr/>
          <a:lstStyle/>
          <a:p>
            <a:pPr algn="ctr"/>
            <a:r>
              <a:rPr lang="en-US" dirty="0"/>
              <a:t>How do you run properly though?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6C9F71-3B66-F637-4694-03365CA09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672" y="1650429"/>
            <a:ext cx="8264655" cy="4386487"/>
          </a:xfrm>
          <a:prstGeom prst="rect">
            <a:avLst/>
          </a:prstGeom>
          <a:ln w="571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90127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95DC1-00F4-BAB0-5DFA-683C3869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E4F8-3A72-4CBE-A851-B1324BF95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4608957" cy="1289304"/>
          </a:xfrm>
        </p:spPr>
        <p:txBody>
          <a:bodyPr anchor="t">
            <a:normAutofit/>
          </a:bodyPr>
          <a:lstStyle/>
          <a:p>
            <a:r>
              <a:rPr lang="en-US" sz="4800" dirty="0"/>
              <a:t>Our Design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AD8DDAA-F7DF-00D9-BA2F-56543380B5A7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1" r="2" b="13586"/>
          <a:stretch>
            <a:fillRect/>
          </a:stretch>
        </p:blipFill>
        <p:spPr>
          <a:xfrm>
            <a:off x="6175820" y="537368"/>
            <a:ext cx="5586412" cy="5783263"/>
          </a:xfrm>
          <a:custGeom>
            <a:avLst/>
            <a:gdLst>
              <a:gd name="connsiteX0" fmla="*/ 312551 w 6714969"/>
              <a:gd name="connsiteY0" fmla="*/ 0 h 6163508"/>
              <a:gd name="connsiteX1" fmla="*/ 6402418 w 6714969"/>
              <a:gd name="connsiteY1" fmla="*/ 0 h 6163508"/>
              <a:gd name="connsiteX2" fmla="*/ 6714969 w 6714969"/>
              <a:gd name="connsiteY2" fmla="*/ 312551 h 6163508"/>
              <a:gd name="connsiteX3" fmla="*/ 6714969 w 6714969"/>
              <a:gd name="connsiteY3" fmla="*/ 5850957 h 6163508"/>
              <a:gd name="connsiteX4" fmla="*/ 6402418 w 6714969"/>
              <a:gd name="connsiteY4" fmla="*/ 6163508 h 6163508"/>
              <a:gd name="connsiteX5" fmla="*/ 312551 w 6714969"/>
              <a:gd name="connsiteY5" fmla="*/ 6163508 h 6163508"/>
              <a:gd name="connsiteX6" fmla="*/ 0 w 6714969"/>
              <a:gd name="connsiteY6" fmla="*/ 5850957 h 6163508"/>
              <a:gd name="connsiteX7" fmla="*/ 0 w 6714969"/>
              <a:gd name="connsiteY7" fmla="*/ 312551 h 6163508"/>
              <a:gd name="connsiteX8" fmla="*/ 312551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312551" y="0"/>
                </a:moveTo>
                <a:lnTo>
                  <a:pt x="6402418" y="0"/>
                </a:lnTo>
                <a:cubicBezTo>
                  <a:pt x="6575035" y="0"/>
                  <a:pt x="6714969" y="139934"/>
                  <a:pt x="6714969" y="312551"/>
                </a:cubicBezTo>
                <a:lnTo>
                  <a:pt x="6714969" y="5850957"/>
                </a:lnTo>
                <a:cubicBezTo>
                  <a:pt x="6714969" y="6023574"/>
                  <a:pt x="6575035" y="6163508"/>
                  <a:pt x="6402418" y="6163508"/>
                </a:cubicBezTo>
                <a:lnTo>
                  <a:pt x="312551" y="6163508"/>
                </a:lnTo>
                <a:cubicBezTo>
                  <a:pt x="139934" y="6163508"/>
                  <a:pt x="0" y="6023574"/>
                  <a:pt x="0" y="5850957"/>
                </a:cubicBezTo>
                <a:lnTo>
                  <a:pt x="0" y="312551"/>
                </a:lnTo>
                <a:cubicBezTo>
                  <a:pt x="0" y="139934"/>
                  <a:pt x="139934" y="0"/>
                  <a:pt x="312551" y="0"/>
                </a:cubicBezTo>
                <a:close/>
              </a:path>
            </a:pathLst>
          </a:cu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93CA52-6DC1-7186-D861-C6CF789057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17" r="1" b="1760"/>
          <a:stretch>
            <a:fillRect/>
          </a:stretch>
        </p:blipFill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37480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42EC3-FAD4-0299-9740-2BFFBE219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6CF249E-FD0D-A6B5-ADC1-69F7553BEA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7799" y="1864828"/>
            <a:ext cx="10744201" cy="4792766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07859DC-3FFE-1487-1AE3-730C16221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9218" y="513588"/>
            <a:ext cx="11347704" cy="786384"/>
          </a:xfrm>
        </p:spPr>
        <p:txBody>
          <a:bodyPr/>
          <a:lstStyle/>
          <a:p>
            <a:r>
              <a:rPr lang="en-GB" dirty="0"/>
              <a:t>concept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7B18CF-E3E0-6EC1-0B2A-0807237FC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94" y="409575"/>
            <a:ext cx="3636110" cy="3305554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1428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G_3529">
            <a:hlinkClick r:id="" action="ppaction://media"/>
            <a:extLst>
              <a:ext uri="{FF2B5EF4-FFF2-40B4-BE49-F238E27FC236}">
                <a16:creationId xmlns:a16="http://schemas.microsoft.com/office/drawing/2014/main" id="{673FD57C-D4DB-957F-56D1-91A2F0D909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49948" y="76199"/>
            <a:ext cx="3684389" cy="65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DuneVTI">
  <a:themeElements>
    <a:clrScheme name="Dune Palett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_win32_DN_v2" id="{97A7A9A4-5677-45E2-BAC9-3A76DA18A86D}" vid="{E1353FFA-7ECE-4894-957E-EAB589AB12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c48430-4b5b-4d14-b1b6-e0aa43896cc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13311B4AF4424FBCB1BACAB138C90C" ma:contentTypeVersion="10" ma:contentTypeDescription="Create a new document." ma:contentTypeScope="" ma:versionID="b686582a86779b74686cb6514edf387f">
  <xsd:schema xmlns:xsd="http://www.w3.org/2001/XMLSchema" xmlns:xs="http://www.w3.org/2001/XMLSchema" xmlns:p="http://schemas.microsoft.com/office/2006/metadata/properties" xmlns:ns3="b0c48430-4b5b-4d14-b1b6-e0aa43896cc5" targetNamespace="http://schemas.microsoft.com/office/2006/metadata/properties" ma:root="true" ma:fieldsID="e2901b46d26328bb9650d43fbb68a2bc" ns3:_="">
    <xsd:import namespace="b0c48430-4b5b-4d14-b1b6-e0aa43896cc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c48430-4b5b-4d14-b1b6-e0aa43896cc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156391-F804-4A06-B48F-8124C299B4D3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0c48430-4b5b-4d14-b1b6-e0aa43896cc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FAE7ADC-5572-47FE-BE40-4792EA70A8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A03170-E755-4544-87AC-3F75D2DEE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c48430-4b5b-4d14-b1b6-e0aa43896c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{787E5C68-19C0-4EA1-909D-C59FE21202CA}9901052e-9f9b-49a5-9493-59375491d64e-TF100df7e3-a978-4a95-a97b-183e1fcc9fc7_win32</Template>
  <TotalTime>40</TotalTime>
  <Words>27</Words>
  <Application>Microsoft Office PowerPoint</Application>
  <PresentationFormat>Widescreen</PresentationFormat>
  <Paragraphs>11</Paragraphs>
  <Slides>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Neue Haas Grotesk Text Pro</vt:lpstr>
      <vt:lpstr>DuneVTI</vt:lpstr>
      <vt:lpstr>STAYING ALIVE</vt:lpstr>
      <vt:lpstr>Physical Challenge</vt:lpstr>
      <vt:lpstr>How do you run properly though?</vt:lpstr>
      <vt:lpstr>Our Design</vt:lpstr>
      <vt:lpstr>concept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Rawlinson, Isabel G</dc:creator>
  <cp:lastModifiedBy>Rawlinson, Isabel G</cp:lastModifiedBy>
  <cp:revision>2</cp:revision>
  <dcterms:created xsi:type="dcterms:W3CDTF">2026-03-15T14:17:48Z</dcterms:created>
  <dcterms:modified xsi:type="dcterms:W3CDTF">2026-03-15T14:58:16Z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0x010100FB13311B4AF4424FBCB1BACAB138C90C</vt:lpwstr>
  </property>
  <property fmtid="{D5CDD505-2E9C-101B-9397-08002B2CF9AE}" pid="3" name="MediaServiceImageTags">
    <vt:lpwstr/>
  </property>
</Properties>
</file>